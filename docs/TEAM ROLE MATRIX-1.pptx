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8"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80173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1028093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53457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1E93DF-3189-41E5-B3F7-68902657D6E8}"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319333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1E93DF-3189-41E5-B3F7-68902657D6E8}" type="datetimeFigureOut">
              <a:rPr lang="en-IN" smtClean="0"/>
              <a:t>29-08-2025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75232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310135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73289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1263749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1E93DF-3189-41E5-B3F7-68902657D6E8}"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57733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1E93DF-3189-41E5-B3F7-68902657D6E8}"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185697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729280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6825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21398718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848029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944699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3086783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1E93DF-3189-41E5-B3F7-68902657D6E8}"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E607F-FDD4-4E86-8EE1-6968A298301F}" type="slidenum">
              <a:rPr lang="en-IN" smtClean="0"/>
              <a:t>‹#›</a:t>
            </a:fld>
            <a:endParaRPr lang="en-IN"/>
          </a:p>
        </p:txBody>
      </p:sp>
    </p:spTree>
    <p:extLst>
      <p:ext uri="{BB962C8B-B14F-4D97-AF65-F5344CB8AC3E}">
        <p14:creationId xmlns:p14="http://schemas.microsoft.com/office/powerpoint/2010/main" val="159784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91E93DF-3189-41E5-B3F7-68902657D6E8}" type="datetimeFigureOut">
              <a:rPr lang="en-IN" smtClean="0"/>
              <a:t>29-08-2025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9AE607F-FDD4-4E86-8EE1-6968A298301F}" type="slidenum">
              <a:rPr lang="en-IN" smtClean="0"/>
              <a:t>‹#›</a:t>
            </a:fld>
            <a:endParaRPr lang="en-IN"/>
          </a:p>
        </p:txBody>
      </p:sp>
    </p:spTree>
    <p:extLst>
      <p:ext uri="{BB962C8B-B14F-4D97-AF65-F5344CB8AC3E}">
        <p14:creationId xmlns:p14="http://schemas.microsoft.com/office/powerpoint/2010/main" val="409342539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3B3F0-86DD-5E67-ABB9-298E38120A8B}"/>
              </a:ext>
            </a:extLst>
          </p:cNvPr>
          <p:cNvSpPr>
            <a:spLocks noGrp="1"/>
          </p:cNvSpPr>
          <p:nvPr>
            <p:ph type="title"/>
          </p:nvPr>
        </p:nvSpPr>
        <p:spPr/>
        <p:txBody>
          <a:bodyPr/>
          <a:lstStyle/>
          <a:p>
            <a:r>
              <a:rPr lang="en-IN" dirty="0"/>
              <a:t>TEAM ROLE MATRIX:</a:t>
            </a:r>
          </a:p>
        </p:txBody>
      </p:sp>
      <p:sp>
        <p:nvSpPr>
          <p:cNvPr id="3" name="Content Placeholder 2">
            <a:extLst>
              <a:ext uri="{FF2B5EF4-FFF2-40B4-BE49-F238E27FC236}">
                <a16:creationId xmlns:a16="http://schemas.microsoft.com/office/drawing/2014/main" id="{626E7541-E9F7-5BA6-8C84-C91014861665}"/>
              </a:ext>
            </a:extLst>
          </p:cNvPr>
          <p:cNvSpPr>
            <a:spLocks noGrp="1"/>
          </p:cNvSpPr>
          <p:nvPr>
            <p:ph idx="1"/>
          </p:nvPr>
        </p:nvSpPr>
        <p:spPr>
          <a:xfrm>
            <a:off x="838200" y="1357460"/>
            <a:ext cx="10515600" cy="5335571"/>
          </a:xfrm>
        </p:spPr>
        <p:txBody>
          <a:bodyPr>
            <a:normAutofit fontScale="85000" lnSpcReduction="10000"/>
          </a:bodyPr>
          <a:lstStyle/>
          <a:p>
            <a:pPr marL="0" indent="0">
              <a:buNone/>
            </a:pPr>
            <a:r>
              <a:rPr lang="en-US" sz="1800" b="1" dirty="0">
                <a:latin typeface="Times New Roman" panose="02020603050405020304" pitchFamily="18" charset="0"/>
                <a:cs typeface="Times New Roman" panose="02020603050405020304" pitchFamily="18" charset="0"/>
              </a:rPr>
              <a:t>Data Analyst: Saikrishna Oruganti</a:t>
            </a:r>
          </a:p>
          <a:p>
            <a:pPr marL="0" indent="0">
              <a:buNone/>
            </a:pPr>
            <a:r>
              <a:rPr lang="en-US" sz="1800" dirty="0">
                <a:latin typeface="Times New Roman" panose="02020603050405020304" pitchFamily="18" charset="0"/>
                <a:cs typeface="Times New Roman" panose="02020603050405020304" pitchFamily="18" charset="0"/>
              </a:rPr>
              <a:t> The position of Data Analyst is given to Saikrishna since he is proficient at gathering, cleansing and analyzing information. His main task is to give practical insights which assists the team in making the right decisions and comprehending performance in a project.</a:t>
            </a:r>
          </a:p>
          <a:p>
            <a:pPr marL="0" indent="0">
              <a:buNone/>
            </a:pPr>
            <a:r>
              <a:rPr lang="en-US" sz="1800" b="1" dirty="0">
                <a:latin typeface="Times New Roman" panose="02020603050405020304" pitchFamily="18" charset="0"/>
                <a:cs typeface="Times New Roman" panose="02020603050405020304" pitchFamily="18" charset="0"/>
              </a:rPr>
              <a:t>Business Process Analyst: Tarun</a:t>
            </a:r>
            <a:r>
              <a:rPr lang="en-US" sz="1800"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Erusu</a:t>
            </a: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Tarun is needed to be the mediator between business requirements and the technical solutions. He fits in this position because he can analyze the workflow, define requirements, identify inefficiency and determine how to enhance the overall processes of the team and the project.</a:t>
            </a:r>
          </a:p>
          <a:p>
            <a:pPr marL="0" indent="0">
              <a:buNone/>
            </a:pPr>
            <a:r>
              <a:rPr lang="en-US" sz="1800" b="1" dirty="0">
                <a:latin typeface="Times New Roman" panose="02020603050405020304" pitchFamily="18" charset="0"/>
                <a:cs typeface="Times New Roman" panose="02020603050405020304" pitchFamily="18" charset="0"/>
              </a:rPr>
              <a:t>Data Scientist: Prajitha </a:t>
            </a:r>
            <a:r>
              <a:rPr lang="en-US" sz="1800" b="1" dirty="0" err="1">
                <a:latin typeface="Times New Roman" panose="02020603050405020304" pitchFamily="18" charset="0"/>
                <a:cs typeface="Times New Roman" panose="02020603050405020304" pitchFamily="18" charset="0"/>
              </a:rPr>
              <a:t>Kamasani</a:t>
            </a: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The most appropriate Data Scientist is Prajitha since she is knowledgeable in applying statistical models and machine learning to develop predictive systems. She has specialists in discovering the intricate data patterns to predict tendencies and come up with new solutions.</a:t>
            </a:r>
          </a:p>
          <a:p>
            <a:pPr marL="0" indent="0">
              <a:buNone/>
            </a:pPr>
            <a:r>
              <a:rPr lang="en-US" sz="1800" b="1" dirty="0">
                <a:latin typeface="Times New Roman" panose="02020603050405020304" pitchFamily="18" charset="0"/>
                <a:cs typeface="Times New Roman" panose="02020603050405020304" pitchFamily="18" charset="0"/>
              </a:rPr>
              <a:t>Dashboard Developer: Divya</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Gaddam</a:t>
            </a:r>
          </a:p>
          <a:p>
            <a:pPr marL="0" indent="0">
              <a:buNone/>
            </a:pPr>
            <a:r>
              <a:rPr lang="en-US" sz="1800" dirty="0">
                <a:latin typeface="Times New Roman" panose="02020603050405020304" pitchFamily="18" charset="0"/>
                <a:cs typeface="Times New Roman" panose="02020603050405020304" pitchFamily="18" charset="0"/>
              </a:rPr>
              <a:t>Divya is a Dashboard Developer with strong data visualization and user experience expertise. Her work is indispensable to the conversion of raw data into understandable interactive dashboards and reports that enable the team and stakeholders to effortlessly track specific important metrics. </a:t>
            </a:r>
          </a:p>
          <a:p>
            <a:pPr marL="0" indent="0">
              <a:buNone/>
            </a:pPr>
            <a:r>
              <a:rPr lang="en-US" sz="1800" b="1" dirty="0">
                <a:latin typeface="Times New Roman" panose="02020603050405020304" pitchFamily="18" charset="0"/>
                <a:cs typeface="Times New Roman" panose="02020603050405020304" pitchFamily="18" charset="0"/>
              </a:rPr>
              <a:t>IT Architect: Karthik Kavuri</a:t>
            </a:r>
          </a:p>
          <a:p>
            <a:pPr marL="0" indent="0">
              <a:buNone/>
            </a:pPr>
            <a:r>
              <a:rPr lang="en-US" sz="1800" dirty="0">
                <a:latin typeface="Times New Roman" panose="02020603050405020304" pitchFamily="18" charset="0"/>
                <a:cs typeface="Times New Roman" panose="02020603050405020304" pitchFamily="18" charset="0"/>
              </a:rPr>
              <a:t> Karthik is selected as the IT Architect since he has the vision to plan the whole of the technical infrastructure. It is his duty to ensure that any systems deployed are scalable, secure and integrated to meet the long-term objectives of the project.</a:t>
            </a:r>
          </a:p>
          <a:p>
            <a:pPr marL="0" indent="0">
              <a:buNone/>
            </a:pPr>
            <a:endParaRPr lang="en-IN" dirty="0"/>
          </a:p>
        </p:txBody>
      </p:sp>
    </p:spTree>
    <p:extLst>
      <p:ext uri="{BB962C8B-B14F-4D97-AF65-F5344CB8AC3E}">
        <p14:creationId xmlns:p14="http://schemas.microsoft.com/office/powerpoint/2010/main" val="2164930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CC81-E60F-F4D4-74D0-4CEF88776954}"/>
              </a:ext>
            </a:extLst>
          </p:cNvPr>
          <p:cNvSpPr>
            <a:spLocks noGrp="1"/>
          </p:cNvSpPr>
          <p:nvPr>
            <p:ph type="title"/>
          </p:nvPr>
        </p:nvSpPr>
        <p:spPr/>
        <p:txBody>
          <a:bodyPr/>
          <a:lstStyle/>
          <a:p>
            <a:r>
              <a:rPr lang="en-IN" dirty="0"/>
              <a:t>GROUP PHOTO:</a:t>
            </a:r>
          </a:p>
        </p:txBody>
      </p:sp>
      <p:pic>
        <p:nvPicPr>
          <p:cNvPr id="5" name="Content Placeholder 4">
            <a:extLst>
              <a:ext uri="{FF2B5EF4-FFF2-40B4-BE49-F238E27FC236}">
                <a16:creationId xmlns:a16="http://schemas.microsoft.com/office/drawing/2014/main" id="{91397F44-AD15-9C65-E376-13F403F814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9713" y="2052638"/>
            <a:ext cx="5594349" cy="4195762"/>
          </a:xfrm>
        </p:spPr>
      </p:pic>
    </p:spTree>
    <p:extLst>
      <p:ext uri="{BB962C8B-B14F-4D97-AF65-F5344CB8AC3E}">
        <p14:creationId xmlns:p14="http://schemas.microsoft.com/office/powerpoint/2010/main" val="8025164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Droplet</Template>
  <TotalTime>4</TotalTime>
  <Words>259</Words>
  <Application>Microsoft Office PowerPoint</Application>
  <PresentationFormat>Widescreen</PresentationFormat>
  <Paragraphs>12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Century Gothic</vt:lpstr>
      <vt:lpstr>Times New Roman</vt:lpstr>
      <vt:lpstr>Wingdings 3</vt:lpstr>
      <vt:lpstr>Ion</vt:lpstr>
      <vt:lpstr>TEAM ROLE MATRIX:</vt:lpstr>
      <vt:lpstr>GROUP PHOTO: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Akhika Bonagiri</dc:creator>
  <cp:lastModifiedBy>Akhika Bonagiri</cp:lastModifiedBy>
  <cp:revision>2</cp:revision>
  <dcterms:created xsi:type="dcterms:W3CDTF">2025-08-30T03:16:15Z</dcterms:created>
  <dcterms:modified xsi:type="dcterms:W3CDTF">2025-08-30T04:04:23Z</dcterms:modified>
</cp:coreProperties>
</file>